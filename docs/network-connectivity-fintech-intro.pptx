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CONNECTIVITY FOR FINTECH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Learning Platform for Financial Technology Professionals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3291840"/>
            <a:ext cx="12161520" cy="3657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657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8=FIX.4.4 | 35=D | 49=BROKER | 56=EXCHANGE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NETWORK KNOWLEDGE MATTERS IN FINTECH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64208"/>
            <a:ext cx="228600" cy="22860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session drops cause missed trades and financial loss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78608"/>
            <a:ext cx="228600" cy="22860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spikes on WAN links impact algo trading P&amp;L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493008"/>
            <a:ext cx="228600" cy="22860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number gaps halt order flow between broker and exchange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6126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85ms NY→London  |  4ms microwave vs 7ms fiber  |  &lt;1µs HFT LAN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286000"/>
            <a:ext cx="2148840" cy="22860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LAN, WAN, TCP/IP, FIX Session with fintech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2286000"/>
            <a:ext cx="2148840" cy="22860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OSI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28803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layers mapped to FIX and trading systems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2148840" cy="22860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SIMULATOR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8803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and inspect real FIX messages tag-by-tag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2286000"/>
            <a:ext cx="2148840" cy="22860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TROUBLESHOOT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8803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real fintech scenarios with step-by-step resolution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2286000"/>
            <a:ext cx="2148840" cy="22860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35440" y="28803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scenario-based questions with explanations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0"/>
            <a:ext cx="3566160" cy="4114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/ Flask 3.0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/api/concepts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/api/fix/parse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/api/diagnose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645920"/>
            <a:ext cx="3566160" cy="4114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22860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/ CSS3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JavaScript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message parser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ping tool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 layer explorer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566160" cy="4114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2860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ken-jiang-claude/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network-connectivity-fintech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Render.com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Gunicorn WSGI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SESSION = TCP SESSION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FIX session mirrors TCP's own connection lifecycle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6217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FIX MESSAGE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5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TCP ANALOGY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5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DESCRIPTION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52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35=A  Logon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Initiator opens TCP connection, sends credentials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35=A  Logon Ack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SYN-ACK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Acceptor confirms session, syncs sequence numbers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35=D  New Order Single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Segment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sent: Symbol, Side, Qty, Price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35=8  Execution Report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ACK +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 confirmed: OrdStatus, CumQty, AvgPx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35=0  Heartbeat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Keepalive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 every HeartBtInt seconds to keep session alive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6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35=5  Logout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Graceful teardown, sequence numbers preserved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THIS FOR?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0"/>
            <a:ext cx="539496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645920"/>
            <a:ext cx="64008" cy="17373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CONNECTIVITY ENGINEERS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session drops, sequence gaps, and heartbeat timeouts in live trading environments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39496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645920"/>
            <a:ext cx="64008" cy="17373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783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 TRADERS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19456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latency impact of LAN vs WAN on order submission and fill rates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539496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657600"/>
            <a:ext cx="64008" cy="17373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947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FINTECH ONBOARDING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2062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new hires on network fundamentals using real trading system examples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539496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657600"/>
            <a:ext cx="64008" cy="17373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7947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2062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FIX message flow for trade reconstruction and audit trail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&amp; OPEN SOURCE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github.com/ken-jiang-claude/network-connectivity-fintech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URL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network-connectivity-fintech.onrender.com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38404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8404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38404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8404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1645920"/>
            <a:ext cx="2560320" cy="256032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access live app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645920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645920"/>
            <a:ext cx="868680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9659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— LAN, WAN, TCP/IP, FIX Simulator, Quiz  ✓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743200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743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743200"/>
            <a:ext cx="548640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0632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FIX session sandbox (connect to real test acceptor)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840480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840480"/>
            <a:ext cx="365760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1605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feed simulator (UDP multicast, FAST protocol)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4937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4937760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937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49377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mode, progress tracking, certification badge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Connectivity for Fintech</dc:title>
  <dc:subject>PptxGenJS Presentation</dc:subject>
  <dc:creator>ken-jiang-claude</dc:creator>
  <cp:lastModifiedBy>ken-jiang-claude</cp:lastModifiedBy>
  <cp:revision>1</cp:revision>
  <dcterms:created xsi:type="dcterms:W3CDTF">2026-04-06T09:44:25Z</dcterms:created>
  <dcterms:modified xsi:type="dcterms:W3CDTF">2026-04-06T09:44:25Z</dcterms:modified>
</cp:coreProperties>
</file>